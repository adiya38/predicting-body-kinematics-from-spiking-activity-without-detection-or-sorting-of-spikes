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1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F5DFCD-0E46-10FB-C248-1587644A3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F84F907-801C-EF3E-BCF0-5A88379D1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B01357-77B0-8B3E-73C6-DA01259D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0349528-B4F2-C7E5-E4B2-78D83762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0214151-CF9E-9A18-CB40-81D87A4A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315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FF28A2-11C0-B5EB-1B0A-444EB46B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7FFCC4-B72C-882C-42C0-E9ACDBD9A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024999-3314-2CD6-862B-AAB379EC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91DF3FE-01E9-1FD4-F045-BFA45EF2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5E38F51-A178-9FD1-CFD5-61549804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647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7B53C5-8B39-A960-231F-5E5C94AA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42B9D44-B372-BFCE-13DA-E03ADB5BD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091A22D-920E-5E8E-5D1E-E6A566D3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E541E7-7501-A5EC-8B04-DC9434675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2699CF-594A-C5D0-A7DE-C6CCD24D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58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F4500D-3883-CD01-1E0F-B32A0D0A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6955A52-F0B9-85E9-45BF-D1A41B1DE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EB1E47-26FC-6863-8F38-86EE223E2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9AF0CD1-5F6A-E3F1-ABDF-FD32AD45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580D6AD-ACD0-5B62-956F-0BC816D9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9714AF5-4A59-2F31-9C28-D577D7E2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764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1DA149-4FF4-6E59-CB07-35F3E2BE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228ABCE-90D2-39D3-446D-7F483BF13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869FFD3-3905-2AEE-68E9-5740C733F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DFE5DF9-008F-0D32-C331-CD901E01F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F22B1A7-2D83-88DC-252C-0386B2607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D8E2D4A-994C-06F2-0377-505C6254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F055121B-6ABD-8CA4-3AD7-61CD882B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BD1772C-67A1-6CFE-CD44-109A9245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071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C75FB0-F532-5FF3-394D-722F1F61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6C8A075-2EE7-706C-7A20-4FFBA5070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48DFA24-C0B0-5A62-67E6-AB9B06663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3A2D1BD-3105-475A-2E46-19409DB6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02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E2934E8-EC94-96F5-643C-EED29BD4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2D94DF7-E155-6C0D-00E6-97586BAB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BFA3F3D-972E-3145-514E-702255D8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185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4670A3-542D-77CC-D96C-8A8AF01B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39A8702-FC4E-D96D-0D88-981620161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6AB94E0-0482-FA21-FEE1-3FDF70A88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EAAC3EE-239F-82FB-3FB2-DF2BA1E6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CD407A1-6901-B520-979F-C46CD8EB1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204EDF8-1E18-4566-63D7-566B2058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144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C801CA0-10D6-22FC-69B9-D6E75FD5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EC0F986-183C-4D44-93FE-0ECFA2452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4D8162A-5F6C-8C4D-6060-B24485798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4C6EEA5-3FB4-141A-4875-AF9B43635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04FF1DB-C22F-4733-6D26-A21929F6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D2B616E-694D-D446-C7FE-CDF01381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200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E9894B-93C7-138A-ED42-C17F57A7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821E617-FD92-5586-5FBA-69E27F86B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FD99AE9-9436-D52B-A827-7C36B9A6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5C37B49-AC08-1245-5C03-E54304FD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E41D36C-2E1D-862A-B474-D6DCFD62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560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5B55CC2-09D2-FE39-A80E-B667D5631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A9C6E0F-5818-4CE8-7082-109D736E0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0EB199B-5C39-F28E-38C9-BC2506E9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75B09E8-567C-3E9E-0519-5A5F7E90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462A949-D360-1F4E-D163-1727EEC6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115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3F0FAE8-8AB9-4963-FC47-7A6AB9CC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5EA517A-9D43-9A3C-947A-A58C0F8F8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E8D4D9E-135D-380B-5DF0-C8C227934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70714-0611-4289-AB4E-4EA6F34D1957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6E6FB62-DEA1-0BF2-B350-60622DB5D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2FE26D8-7E4C-3C04-5EAA-89034107A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53B23-3B2A-4888-88C6-F9A0DADE2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53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5359B5-EA5D-6ACD-F262-1AC717B67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7943"/>
            <a:ext cx="9144000" cy="38909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Wired together, change together</a:t>
            </a:r>
            <a:br>
              <a:rPr lang="en-US" dirty="0"/>
            </a:br>
            <a:r>
              <a:rPr lang="en-US" dirty="0"/>
              <a:t>Spike timing modifies transmission in converging assemblies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8676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24E3E7-9B17-8E22-5821-518499F1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רקע ומטרה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11FDB3-B374-1B14-B63A-1248B80C66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095" y="1690688"/>
            <a:ext cx="10985810" cy="1900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kumimoji="0" lang="he-IL" altLang="he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פלסטיות סינפטית מושפעת מתזמון </a:t>
            </a:r>
            <a:r>
              <a:rPr kumimoji="0" lang="he-IL" altLang="he-I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הספייקים</a:t>
            </a:r>
            <a:r>
              <a:rPr kumimoji="0" lang="he-IL" altLang="he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he-IL" altLang="he-IL" dirty="0"/>
              <a:t>STDP).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מרבית המחקרים עד כה בדקו השפעות על זוגות של נוירונים.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מטרה: לבחון כיצד תזמון הדלקות משפיע על קישוריות עצבית (</a:t>
            </a:r>
            <a:r>
              <a:rPr lang="en-US" altLang="he-IL" dirty="0"/>
              <a:t>STG</a:t>
            </a:r>
            <a:r>
              <a:rPr lang="he-IL" altLang="he-IL" dirty="0"/>
              <a:t>) בקליפת ההיפוקמפוס (CA</a:t>
            </a:r>
            <a:r>
              <a:rPr lang="en-US" altLang="he-IL" dirty="0"/>
              <a:t>1</a:t>
            </a:r>
            <a:r>
              <a:rPr lang="he-IL" altLang="he-IL" dirty="0"/>
              <a:t>) – בקבוצות נוירונים.</a:t>
            </a:r>
          </a:p>
        </p:txBody>
      </p:sp>
    </p:spTree>
    <p:extLst>
      <p:ext uri="{BB962C8B-B14F-4D97-AF65-F5344CB8AC3E}">
        <p14:creationId xmlns:p14="http://schemas.microsoft.com/office/powerpoint/2010/main" val="135332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30F7C5-ED32-F02D-E527-7E0D98E0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השפעת תזמוני </a:t>
            </a:r>
            <a:r>
              <a:rPr lang="he-IL" dirty="0" err="1"/>
              <a:t>ספייקים</a:t>
            </a:r>
            <a:r>
              <a:rPr lang="he-IL" dirty="0"/>
              <a:t> על שינויי הולכה </a:t>
            </a:r>
            <a:r>
              <a:rPr lang="he-IL" dirty="0" err="1"/>
              <a:t>עיצבית</a:t>
            </a:r>
            <a:r>
              <a:rPr lang="he-IL" dirty="0"/>
              <a:t>(</a:t>
            </a:r>
            <a:r>
              <a:rPr lang="en-US" dirty="0"/>
              <a:t>STG</a:t>
            </a:r>
            <a:r>
              <a:rPr lang="he-IL" dirty="0"/>
              <a:t>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7441F7-8E6A-3502-895C-150E8E04A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278" y="1517616"/>
            <a:ext cx="11675444" cy="2871503"/>
          </a:xfrm>
        </p:spPr>
        <p:txBody>
          <a:bodyPr/>
          <a:lstStyle/>
          <a:p>
            <a:r>
              <a:rPr lang="he-IL" u="sng" dirty="0"/>
              <a:t>הניסוי</a:t>
            </a:r>
            <a:r>
              <a:rPr lang="he-IL" dirty="0"/>
              <a:t>: גירוי תאי </a:t>
            </a:r>
            <a:r>
              <a:rPr lang="en-US" dirty="0"/>
              <a:t>PV</a:t>
            </a:r>
            <a:r>
              <a:rPr lang="he-IL" dirty="0"/>
              <a:t> בהיפוקמפוס באמצעות </a:t>
            </a:r>
            <a:r>
              <a:rPr lang="he-IL" dirty="0" err="1"/>
              <a:t>סימולצית</a:t>
            </a:r>
            <a:r>
              <a:rPr lang="en-US" dirty="0"/>
              <a:t>closed-loop optogenetic </a:t>
            </a:r>
            <a:r>
              <a:rPr lang="he-IL" dirty="0"/>
              <a:t>, 	   לאחר זיהוי </a:t>
            </a:r>
            <a:r>
              <a:rPr lang="he-IL" dirty="0" err="1"/>
              <a:t>ספייקים</a:t>
            </a:r>
            <a:r>
              <a:rPr lang="he-IL" dirty="0"/>
              <a:t> בזמן אמת מתאי </a:t>
            </a:r>
            <a:r>
              <a:rPr lang="en-US" dirty="0"/>
              <a:t>FYR</a:t>
            </a:r>
            <a:r>
              <a:rPr lang="he-IL" dirty="0"/>
              <a:t>. </a:t>
            </a:r>
          </a:p>
          <a:p>
            <a:pPr marL="0" indent="0">
              <a:buNone/>
            </a:pPr>
            <a:r>
              <a:rPr lang="he-IL" dirty="0"/>
              <a:t>	   בדקו כיצד משתנה מדד ההולכה </a:t>
            </a:r>
            <a:r>
              <a:rPr lang="he-IL" dirty="0" err="1"/>
              <a:t>העיצבית</a:t>
            </a:r>
            <a:r>
              <a:rPr lang="he-IL" dirty="0"/>
              <a:t> לפני ואחרי הגירוי.</a:t>
            </a:r>
          </a:p>
          <a:p>
            <a:r>
              <a:rPr lang="he-IL" u="sng" dirty="0"/>
              <a:t>המטרה</a:t>
            </a:r>
            <a:r>
              <a:rPr lang="he-IL" dirty="0"/>
              <a:t>: לבדוק האם תזמון מדויק של </a:t>
            </a:r>
            <a:r>
              <a:rPr lang="he-IL" dirty="0" err="1"/>
              <a:t>ספייקים</a:t>
            </a:r>
            <a:r>
              <a:rPr lang="he-IL" dirty="0"/>
              <a:t> משפיע על חוזק הקשר בין תאים 	 	    בהיפוקמפוס.</a:t>
            </a:r>
          </a:p>
          <a:p>
            <a:r>
              <a:rPr lang="he-IL" u="sng" dirty="0"/>
              <a:t>המסקנה</a:t>
            </a:r>
            <a:r>
              <a:rPr lang="he-IL" dirty="0"/>
              <a:t>: התזמון כן משפיע עוצמת השינוי גדלה בעקבות הגירוי.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C2DDF88-7CE8-C8A7-6F7B-1BFB6ABE2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99" y="4300435"/>
            <a:ext cx="5614301" cy="227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6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83C1B3-2A9B-C7F3-BBA2-2A7A7E89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האם שינויים מתרחשים באופן קבוצתי בתוך הרכב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46C422C-E924-FC3A-BB40-30A955C3F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22284"/>
          </a:xfrm>
        </p:spPr>
        <p:txBody>
          <a:bodyPr/>
          <a:lstStyle/>
          <a:p>
            <a:r>
              <a:rPr lang="he-IL" u="sng" dirty="0"/>
              <a:t>הניסוי</a:t>
            </a:r>
            <a:r>
              <a:rPr lang="he-IL" dirty="0"/>
              <a:t>: בדיקת קורלציה בין זוגות תאי</a:t>
            </a:r>
            <a:r>
              <a:rPr lang="en-US" dirty="0"/>
              <a:t> PV </a:t>
            </a:r>
            <a:r>
              <a:rPr lang="he-IL" dirty="0"/>
              <a:t>ותאי </a:t>
            </a:r>
            <a:r>
              <a:rPr lang="en-US" dirty="0"/>
              <a:t>PYR</a:t>
            </a:r>
            <a:r>
              <a:rPr lang="he-IL" dirty="0"/>
              <a:t> באותה קבוצה ביחס 		   לזוגות אחרים.</a:t>
            </a:r>
          </a:p>
          <a:p>
            <a:r>
              <a:rPr lang="he-IL" u="sng" dirty="0"/>
              <a:t>המטרה</a:t>
            </a:r>
            <a:r>
              <a:rPr lang="he-IL" dirty="0"/>
              <a:t>: לבדוק האם שינויים בקישוריות מתואמים בתוך אותה קבוצה.</a:t>
            </a:r>
          </a:p>
          <a:p>
            <a:r>
              <a:rPr lang="he-IL" u="sng" dirty="0"/>
              <a:t>המסקנה</a:t>
            </a:r>
            <a:r>
              <a:rPr lang="he-IL" dirty="0"/>
              <a:t>: תאים באותו הרכב משנים את הקישוריות שלהם באופן מתואם,            	       ולא באופן אקראי.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0A19C11-35DE-3F03-3EFE-7DBB05EA8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99" y="3863608"/>
            <a:ext cx="4963218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4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016175-8EDD-7A0E-EF5A-E7AB3F4F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חיזוי שינויים ב </a:t>
            </a:r>
            <a:r>
              <a:rPr lang="en-US" dirty="0"/>
              <a:t>STG</a:t>
            </a:r>
            <a:r>
              <a:rPr lang="he-IL" dirty="0"/>
              <a:t> מפעילות של תאים עמיתים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996DE65-80E1-931F-3890-11B93716E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u="sng" dirty="0"/>
              <a:t>הניסוי</a:t>
            </a:r>
            <a:r>
              <a:rPr lang="he-IL" dirty="0"/>
              <a:t>: שימוש באלגוריתמים כדי לנבא שינויי </a:t>
            </a:r>
            <a:r>
              <a:rPr lang="en-US" dirty="0"/>
              <a:t>STG</a:t>
            </a:r>
            <a:r>
              <a:rPr lang="he-IL" dirty="0"/>
              <a:t> של תא לפי השינויים של    	   עמיתיו באותה הקבוצה. </a:t>
            </a:r>
          </a:p>
          <a:p>
            <a:r>
              <a:rPr lang="he-IL" u="sng" dirty="0"/>
              <a:t>המטרה</a:t>
            </a:r>
            <a:r>
              <a:rPr lang="he-IL" dirty="0"/>
              <a:t>: לבדוק האם תאים באותה קבוצה משתנים ביחד.</a:t>
            </a:r>
          </a:p>
          <a:p>
            <a:r>
              <a:rPr lang="he-IL" u="sng" dirty="0"/>
              <a:t>המסקנה</a:t>
            </a:r>
            <a:r>
              <a:rPr lang="he-IL" dirty="0"/>
              <a:t>: שינויים של תאים עמיתים הם מנבאים חזקים של שינויי קישוריות 	      יותר טוב מתאים לא-קשורים.</a:t>
            </a:r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D1E84E2-0D40-8914-FDA0-8C4F352E5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15" y="3716154"/>
            <a:ext cx="3596559" cy="29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9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4E3007-5051-7FE8-106E-BB68F94B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sz="4900" dirty="0"/>
              <a:t>השוואת תזמון מדויק של </a:t>
            </a:r>
            <a:r>
              <a:rPr lang="he-IL" sz="4900" dirty="0" err="1"/>
              <a:t>ספייקים</a:t>
            </a:r>
            <a:r>
              <a:rPr lang="he-IL" sz="4900" dirty="0"/>
              <a:t> לעומת קצב ירי כללי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7C8E0AC-C837-6ADF-5BE9-AEC81CAD9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49605"/>
          </a:xfrm>
        </p:spPr>
        <p:txBody>
          <a:bodyPr/>
          <a:lstStyle/>
          <a:p>
            <a:r>
              <a:rPr lang="he-IL" u="sng" dirty="0"/>
              <a:t>הניסוי</a:t>
            </a:r>
            <a:r>
              <a:rPr lang="he-IL" dirty="0"/>
              <a:t>:  בדקו את תרומת התזמון המדויק (במילישניות) לעומת קצב הירי 		    הכללי לחיזוי שינויי </a:t>
            </a:r>
            <a:r>
              <a:rPr lang="en-US" dirty="0"/>
              <a:t>STG</a:t>
            </a:r>
            <a:r>
              <a:rPr lang="he-IL" dirty="0"/>
              <a:t>. </a:t>
            </a:r>
          </a:p>
          <a:p>
            <a:r>
              <a:rPr lang="he-IL" u="sng" dirty="0"/>
              <a:t>המטרה</a:t>
            </a:r>
            <a:r>
              <a:rPr lang="he-IL" dirty="0"/>
              <a:t>: להבין האם "מתי" התאים יורים חשוב יותר מ"כמה" הם יורים.</a:t>
            </a:r>
          </a:p>
          <a:p>
            <a:r>
              <a:rPr lang="he-IL" u="sng" dirty="0"/>
              <a:t>המסקנה</a:t>
            </a:r>
            <a:r>
              <a:rPr lang="he-IL" dirty="0"/>
              <a:t>: תזמון המדויק מכיל יותר מידע ומשפיע יותר על פלסטיות מאשר 	       רק קצב הירי.</a:t>
            </a:r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7D365B3-4CDF-BCDA-7C3F-66A1165A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48065"/>
            <a:ext cx="3722225" cy="27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979B3A-F3B8-7EBB-0FFD-EF29C681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dirty="0"/>
              <a:t>האם תזמון </a:t>
            </a:r>
            <a:r>
              <a:rPr lang="he-IL" dirty="0" err="1"/>
              <a:t>הספייקים</a:t>
            </a:r>
            <a:r>
              <a:rPr lang="he-IL" dirty="0"/>
              <a:t> מייצג שינויים אמיתיים או רק שיקוף של רגישות התא?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4F47B6A-B83F-414A-99C9-41ACB58AF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08421"/>
          </a:xfrm>
        </p:spPr>
        <p:txBody>
          <a:bodyPr/>
          <a:lstStyle/>
          <a:p>
            <a:r>
              <a:rPr lang="he-IL" u="sng" dirty="0"/>
              <a:t>הניסוי</a:t>
            </a:r>
            <a:r>
              <a:rPr lang="he-IL" dirty="0"/>
              <a:t>: שימוש בקבוצת ביקורת (שלא קיבלו גירוי)</a:t>
            </a:r>
            <a:r>
              <a:rPr lang="en-US" dirty="0"/>
              <a:t> </a:t>
            </a:r>
            <a:r>
              <a:rPr lang="he-IL" dirty="0"/>
              <a:t>כדי לבדוק האם ניתן לחזות שינויים רק מתזמון </a:t>
            </a:r>
            <a:r>
              <a:rPr lang="he-IL" dirty="0" err="1"/>
              <a:t>ספייקים</a:t>
            </a:r>
            <a:r>
              <a:rPr lang="he-IL" dirty="0"/>
              <a:t>. </a:t>
            </a:r>
          </a:p>
          <a:p>
            <a:r>
              <a:rPr lang="he-IL" u="sng" dirty="0"/>
              <a:t>המטרה</a:t>
            </a:r>
            <a:r>
              <a:rPr lang="he-IL" dirty="0"/>
              <a:t>: לבדוק אם התזמון אכן נובע מהגירוי ולא רק משינויים כלליים בפעילות התא.</a:t>
            </a:r>
          </a:p>
          <a:p>
            <a:r>
              <a:rPr lang="he-IL" u="sng" dirty="0"/>
              <a:t>המסקנה</a:t>
            </a:r>
            <a:r>
              <a:rPr lang="he-IL" dirty="0"/>
              <a:t>: בקבוצת הביקורת לא נחזו שינויים ב תזמון. כלומר, השינוי בתזמון היא תוצאה ישירה של הגירוי.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0D7FB76-BBBE-2A89-99A5-5F2C63B6E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24" y="3995643"/>
            <a:ext cx="2546335" cy="2497232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BC9A51F-9D57-781D-8B56-1C0E91F59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579" y="3995643"/>
            <a:ext cx="2546335" cy="24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0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3E1FB4-90B7-01CC-5689-09D34C3D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מסקנות כלליות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AAD62B-1DFC-943E-5C73-B4924B80B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פלסטיות עצבית (היכולת של המוח לחזק או להחליש את הקשרים בין נוירונים) מתרחשת ברמת קבוצות תאים, ומושפעת בעיקר מתזמון מדויק של הפעילות ולא רק מקצב הירי.</a:t>
            </a:r>
          </a:p>
          <a:p>
            <a:r>
              <a:rPr lang="he-IL" dirty="0"/>
              <a:t>תאים שמחוברים יחד משתנים יחד.</a:t>
            </a:r>
          </a:p>
        </p:txBody>
      </p:sp>
    </p:spTree>
    <p:extLst>
      <p:ext uri="{BB962C8B-B14F-4D97-AF65-F5344CB8AC3E}">
        <p14:creationId xmlns:p14="http://schemas.microsoft.com/office/powerpoint/2010/main" val="268190867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412</Words>
  <Application>Microsoft Office PowerPoint</Application>
  <PresentationFormat>מסך רחב</PresentationFormat>
  <Paragraphs>29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ערכת נושא Office</vt:lpstr>
      <vt:lpstr>Wired together, change together Spike timing modifies transmission in converging assemblies</vt:lpstr>
      <vt:lpstr>רקע ומטרה</vt:lpstr>
      <vt:lpstr>השפעת תזמוני ספייקים על שינויי הולכה עיצבית(STG)</vt:lpstr>
      <vt:lpstr>האם שינויים מתרחשים באופן קבוצתי בתוך הרכב</vt:lpstr>
      <vt:lpstr>חיזוי שינויים ב STG מפעילות של תאים עמיתים </vt:lpstr>
      <vt:lpstr>השוואת תזמון מדויק של ספייקים לעומת קצב ירי כללי</vt:lpstr>
      <vt:lpstr>האם תזמון הספייקים מייצג שינויים אמיתיים או רק שיקוף של רגישות התא?</vt:lpstr>
      <vt:lpstr>מסקנות כלליות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 Yaakov</dc:creator>
  <cp:lastModifiedBy>Adi Yaakov</cp:lastModifiedBy>
  <cp:revision>3</cp:revision>
  <dcterms:created xsi:type="dcterms:W3CDTF">2025-06-08T08:07:50Z</dcterms:created>
  <dcterms:modified xsi:type="dcterms:W3CDTF">2025-06-08T21:59:41Z</dcterms:modified>
</cp:coreProperties>
</file>