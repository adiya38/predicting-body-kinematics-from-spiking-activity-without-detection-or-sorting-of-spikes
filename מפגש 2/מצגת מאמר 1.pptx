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6" r:id="rId9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>
        <p:scale>
          <a:sx n="50" d="100"/>
          <a:sy n="50" d="100"/>
        </p:scale>
        <p:origin x="128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15296F-6225-DCE1-B53F-6BE987533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036044A-7682-4EC8-17FD-89B01602F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6E05C2-A561-C467-84B8-90371328D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90D3861-AA9B-AFB0-3742-15F760B0E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45571CD-87A7-CDB1-FE5F-2B407775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0912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C49719-D39F-7B35-C8A1-2CA8A8313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18AB22-2F0D-7586-E479-203B23920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BB7B851-6EA7-7250-76DB-A6A28FD7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82C890D-CC60-0F0B-8A68-D54F9384E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9401457-112D-88EC-2304-E13BBE53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1717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AFE7B0-E00F-725E-5928-75E8228EB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52A5762-3AC5-9198-9B82-1CD64B884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4D1EAF6-2CEE-A87B-F775-A3ACE450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E825E35-3BC1-A968-9E30-BB5327D7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1E7D39-280A-8BF0-7485-2430A5025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93655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1728BB-5955-D565-3166-5D0D9056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FC58D5A-7268-1231-E653-3771A1E2DF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07E125A-2321-27AA-1B73-4A0336421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8828133-518D-5FCC-2BB7-A77D4C674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FBD7C55-2DC9-9932-4D3C-344CC8437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9E3878A-97A0-4222-FFFF-ECD8D6B5C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489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486E5A-3D26-86EE-A7C8-08E52B0AE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19548C2-E15F-CA98-6B61-D2473D036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023466C-373F-FCF0-E45A-917CE14F5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E4126B6-FA8B-A02C-C064-3748BAA54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38E03C62-F0B0-27E9-39D3-FD8F731A92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6716F69-5D21-E151-6BA3-0D022DA50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F1EDBFE8-4971-01F9-8458-6A67C9B6B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4474D7F-8B31-A070-B545-42AED376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3046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102CFA-DA16-BF73-6D63-9C128C37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8BE97A8-F0DF-4DA0-6104-2C0F0FA6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E6DAD44-4773-16D1-EBCD-430403BCE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A91636F-484C-AA3C-BF82-7A8BF1B7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5884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D26441E-D8C5-28BE-E9E5-3406B9EA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9308509-2500-022C-2647-AB584B83D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9E17568-2AAA-18BD-4BFD-7FFB1AB95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7070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592082-BE37-9159-10A5-75889259D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6362E30-5205-B969-E8A3-AAFF80840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6E5FC1E-C540-5B5F-BF88-934DC48A3F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8D54104-8E46-832F-1266-A38EE68B5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D7A977F-1F24-EDDE-33C4-8198274C9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F7BD07A-1BBC-F483-7F00-2640BD3A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206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66C9C3B-C750-62BD-D463-F8BFD222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EAE563A-4A3B-642A-0796-343FC8C2C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AE09CC2-328C-A440-0676-C59F612D6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539F7B6-2391-3DCD-980B-CB9B6358D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2283D59-373E-9DA7-90E3-A7C40B39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FB9B0FD-55E5-43C9-8EA9-3FA05E76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801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F477E64-B47D-6B7E-0C42-F3C2DE83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E74DF5FD-57FA-5AF9-B227-8EF8F529C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FAAD20F-19A8-3EC6-B8EA-6353D968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2872E91-597C-D6A1-D289-36D79A996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777F72-51F9-FAD9-DE69-AB4CBD779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19034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7ED1B8FF-2259-7DD2-BBC8-10AB7D5F72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0DBB79A-AE63-D5CD-5134-859BE0F08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D7F4216-9311-6BD8-7EE6-A079121F6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6B18CC7-F6A3-EA7B-4803-2E7BD649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EDA50A-B493-FF51-5543-59E7FAFCC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087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4BB9C27-28CD-6BEB-19E4-D9C3380D2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B441E3A-C76F-753C-F851-BB31909AD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0FBDB1A-6FE8-46E7-3300-7EA75979B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B36E4B-4405-406D-8302-8825890949AC}" type="datetimeFigureOut">
              <a:rPr lang="he-IL" smtClean="0"/>
              <a:t>י"ב/סיון/תשפ"ה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1D58AFA-23DE-CFFE-06DD-CABD150EA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75FFB0-A74A-AA27-D577-791B34B18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8479D8-73CF-4891-9627-52F2858B882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493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60A76A-96AD-FE3F-4329-8B2F7356B3AC}"/>
              </a:ext>
            </a:extLst>
          </p:cNvPr>
          <p:cNvSpPr txBox="1"/>
          <p:nvPr/>
        </p:nvSpPr>
        <p:spPr>
          <a:xfrm>
            <a:off x="1719943" y="1415143"/>
            <a:ext cx="9078686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dirty="0"/>
              <a:t>הדינמיקה של קוד קבוצת הנוירונים </a:t>
            </a:r>
            <a:r>
              <a:rPr lang="he-IL" sz="4800" dirty="0" err="1"/>
              <a:t>ההיפוקמפאלית</a:t>
            </a:r>
            <a:r>
              <a:rPr lang="he-IL" sz="4800" dirty="0"/>
              <a:t> לייצוג מרחבי</a:t>
            </a:r>
          </a:p>
        </p:txBody>
      </p:sp>
    </p:spTree>
    <p:extLst>
      <p:ext uri="{BB962C8B-B14F-4D97-AF65-F5344CB8AC3E}">
        <p14:creationId xmlns:p14="http://schemas.microsoft.com/office/powerpoint/2010/main" val="814890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2837BA8-4727-9A4A-5E33-8E19DF80C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רקע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40DB61-6C23-60DC-6840-5A9292B35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" y="1626568"/>
            <a:ext cx="11201400" cy="383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he-IL" altLang="he-IL" dirty="0"/>
              <a:t>ההיפוקמפוס ידוע כבעל תפקיד מרכזי בזיכרון ובניווט מרחבי.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תאי "</a:t>
            </a:r>
            <a:r>
              <a:rPr lang="he-IL" altLang="he-IL" dirty="0" err="1"/>
              <a:t>place</a:t>
            </a:r>
            <a:r>
              <a:rPr lang="he-IL" altLang="he-IL" dirty="0"/>
              <a:t>" מציגים פעילות בצורה סלקטיבית בהתאם למיקום הפיזי.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היפוקמפוס משמש </a:t>
            </a:r>
            <a:r>
              <a:rPr lang="he-IL" altLang="he-IL" dirty="0" err="1"/>
              <a:t>כזכרון</a:t>
            </a:r>
            <a:r>
              <a:rPr lang="he-IL" altLang="he-IL" dirty="0"/>
              <a:t> </a:t>
            </a:r>
            <a:r>
              <a:rPr lang="he-IL" dirty="0" err="1"/>
              <a:t>אוטואסוציאטיבי</a:t>
            </a:r>
            <a:r>
              <a:rPr lang="he-IL" dirty="0"/>
              <a:t>  מהיר.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היפוקמפוס </a:t>
            </a:r>
            <a:r>
              <a:rPr lang="he-IL" dirty="0"/>
              <a:t>הוא מפתח להבנת מנגנוני זיכרון אסוציאטיבי וייצוגים קוגניטיביים.</a:t>
            </a:r>
            <a:endParaRPr lang="he-IL" altLang="he-IL" dirty="0"/>
          </a:p>
          <a:p>
            <a:pPr fontAlgn="base">
              <a:spcAft>
                <a:spcPct val="0"/>
              </a:spcAft>
            </a:pPr>
            <a:r>
              <a:rPr lang="he-IL" altLang="he-IL" dirty="0"/>
              <a:t>נרצה לדעת האם </a:t>
            </a:r>
            <a:r>
              <a:rPr lang="he-IL" dirty="0"/>
              <a:t>אפשר לנבא את מיקום החיה בדיוק טוב רק על סמך דפוס הפעילות של קבוצת תאים בפרק זמן קצר.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אם ניתן נרצה לדעת כיצד משתפרת יכולת החיזוי כתלול במספר התאים הנמדדים ומשך המדידה.</a:t>
            </a:r>
          </a:p>
        </p:txBody>
      </p:sp>
    </p:spTree>
    <p:extLst>
      <p:ext uri="{BB962C8B-B14F-4D97-AF65-F5344CB8AC3E}">
        <p14:creationId xmlns:p14="http://schemas.microsoft.com/office/powerpoint/2010/main" val="2954473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EB6DFF-0DB2-9FC0-3349-E1DA85D97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הכנות לניסוי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626CC2-24C3-FACD-2F2A-CBF8643839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57189" y="1432669"/>
            <a:ext cx="8696611" cy="2028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הושתלו מערכים של 12 </a:t>
            </a:r>
            <a:r>
              <a:rPr lang="he-IL" altLang="he-IL" dirty="0" err="1"/>
              <a:t>טטרודות</a:t>
            </a:r>
            <a:r>
              <a:rPr lang="he-IL" altLang="he-IL" dirty="0"/>
              <a:t> בהיפוקמפוס של 3 חולדות.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נמדדו בו-זמנית מאות נוירונים מהשכבה הפירמידלית CA1.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תנועת החולדות נעקבה תוך כדי איסוף נתונים.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endParaRPr lang="he-IL" altLang="he-IL" dirty="0"/>
          </a:p>
        </p:txBody>
      </p:sp>
    </p:spTree>
    <p:extLst>
      <p:ext uri="{BB962C8B-B14F-4D97-AF65-F5344CB8AC3E}">
        <p14:creationId xmlns:p14="http://schemas.microsoft.com/office/powerpoint/2010/main" val="251617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6376750-90C3-33A2-2CAC-A0888F5F7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מהלך הניסוי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6E3DD3-BF85-4B4D-EC20-04D10F6719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747" y="1690688"/>
            <a:ext cx="11238053" cy="331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he-IL" altLang="he-IL" dirty="0"/>
              <a:t>קופסה מלבנית חולקה לשני חצאים (A ו-B) עם מחיצה.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בתחילה החולדות אומנו במשך 10 ימים בתוך קופסה </a:t>
            </a:r>
            <a:r>
              <a:rPr lang="en-US" altLang="he-IL" dirty="0"/>
              <a:t>A</a:t>
            </a:r>
            <a:r>
              <a:rPr lang="he-IL" altLang="he-IL" dirty="0"/>
              <a:t>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במהלך הניסוי החולדות הוכנסו לקופסה </a:t>
            </a:r>
            <a:r>
              <a:rPr lang="en-US" altLang="he-IL" dirty="0"/>
              <a:t>A</a:t>
            </a:r>
            <a:r>
              <a:rPr lang="he-IL" altLang="he-IL" dirty="0"/>
              <a:t> ונמדדה הפעילות שלהם שם במשך 10 דקות.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בהמשך הוסרה המחיצה והחולדות הורשו לחקור גם את קופסה </a:t>
            </a:r>
            <a:r>
              <a:rPr lang="en-US" altLang="he-IL" dirty="0"/>
              <a:t>B</a:t>
            </a:r>
            <a:r>
              <a:rPr lang="he-IL" altLang="he-IL" dirty="0"/>
              <a:t>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לאחר זמן מה הוחזרה המחיצה והחולדות הוגבלו לקופסה </a:t>
            </a:r>
            <a:r>
              <a:rPr lang="en-US" altLang="he-IL" dirty="0"/>
              <a:t>A</a:t>
            </a:r>
            <a:r>
              <a:rPr lang="he-IL" altLang="he-IL" dirty="0"/>
              <a:t> שוב למשך 10 דקות.</a:t>
            </a:r>
          </a:p>
        </p:txBody>
      </p:sp>
      <p:grpSp>
        <p:nvGrpSpPr>
          <p:cNvPr id="9" name="קבוצה 8">
            <a:extLst>
              <a:ext uri="{FF2B5EF4-FFF2-40B4-BE49-F238E27FC236}">
                <a16:creationId xmlns:a16="http://schemas.microsoft.com/office/drawing/2014/main" id="{5406A3D9-5371-013B-200C-10C6EBD3EDAC}"/>
              </a:ext>
            </a:extLst>
          </p:cNvPr>
          <p:cNvGrpSpPr/>
          <p:nvPr/>
        </p:nvGrpSpPr>
        <p:grpSpPr>
          <a:xfrm>
            <a:off x="838200" y="4663786"/>
            <a:ext cx="3340261" cy="1495973"/>
            <a:chOff x="838200" y="4663786"/>
            <a:chExt cx="3340261" cy="1495973"/>
          </a:xfrm>
        </p:grpSpPr>
        <p:pic>
          <p:nvPicPr>
            <p:cNvPr id="6" name="תמונה 5">
              <a:extLst>
                <a:ext uri="{FF2B5EF4-FFF2-40B4-BE49-F238E27FC236}">
                  <a16:creationId xmlns:a16="http://schemas.microsoft.com/office/drawing/2014/main" id="{9D7CAB2A-6D80-36F0-DFA3-15D42CD6B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8200" y="4663786"/>
              <a:ext cx="3115110" cy="1257475"/>
            </a:xfrm>
            <a:prstGeom prst="rect">
              <a:avLst/>
            </a:prstGeom>
          </p:spPr>
        </p:pic>
        <p:pic>
          <p:nvPicPr>
            <p:cNvPr id="8" name="תמונה 7">
              <a:extLst>
                <a:ext uri="{FF2B5EF4-FFF2-40B4-BE49-F238E27FC236}">
                  <a16:creationId xmlns:a16="http://schemas.microsoft.com/office/drawing/2014/main" id="{3A7F5F5D-2EC1-33A3-0727-B966877CA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8839" y="5921261"/>
              <a:ext cx="3009622" cy="238498"/>
            </a:xfrm>
            <a:prstGeom prst="rect">
              <a:avLst/>
            </a:prstGeom>
          </p:spPr>
        </p:pic>
      </p:grp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05E9AF69-7731-6256-5FB5-DD38D915C148}"/>
              </a:ext>
            </a:extLst>
          </p:cNvPr>
          <p:cNvSpPr txBox="1"/>
          <p:nvPr/>
        </p:nvSpPr>
        <p:spPr>
          <a:xfrm>
            <a:off x="-115748" y="6151468"/>
            <a:ext cx="4453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הצגת פעילות מוחית באזור מייצג בכל פאזה בניסוי </a:t>
            </a:r>
          </a:p>
        </p:txBody>
      </p:sp>
      <p:grpSp>
        <p:nvGrpSpPr>
          <p:cNvPr id="15" name="קבוצה 14">
            <a:extLst>
              <a:ext uri="{FF2B5EF4-FFF2-40B4-BE49-F238E27FC236}">
                <a16:creationId xmlns:a16="http://schemas.microsoft.com/office/drawing/2014/main" id="{160436BF-F07C-93E2-90D2-C4CA28F61206}"/>
              </a:ext>
            </a:extLst>
          </p:cNvPr>
          <p:cNvGrpSpPr/>
          <p:nvPr/>
        </p:nvGrpSpPr>
        <p:grpSpPr>
          <a:xfrm>
            <a:off x="6532197" y="4673312"/>
            <a:ext cx="3009622" cy="1526482"/>
            <a:chOff x="6532197" y="4673312"/>
            <a:chExt cx="3009622" cy="1526482"/>
          </a:xfrm>
        </p:grpSpPr>
        <p:pic>
          <p:nvPicPr>
            <p:cNvPr id="13" name="תמונה 12">
              <a:extLst>
                <a:ext uri="{FF2B5EF4-FFF2-40B4-BE49-F238E27FC236}">
                  <a16:creationId xmlns:a16="http://schemas.microsoft.com/office/drawing/2014/main" id="{40CF4886-317C-6270-0741-190CBC0EC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2197" y="4673312"/>
              <a:ext cx="2962688" cy="1247949"/>
            </a:xfrm>
            <a:prstGeom prst="rect">
              <a:avLst/>
            </a:prstGeom>
          </p:spPr>
        </p:pic>
        <p:pic>
          <p:nvPicPr>
            <p:cNvPr id="14" name="תמונה 13">
              <a:extLst>
                <a:ext uri="{FF2B5EF4-FFF2-40B4-BE49-F238E27FC236}">
                  <a16:creationId xmlns:a16="http://schemas.microsoft.com/office/drawing/2014/main" id="{D395194A-8101-1D07-72D8-5E1706AB0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2197" y="5961296"/>
              <a:ext cx="3009622" cy="238498"/>
            </a:xfrm>
            <a:prstGeom prst="rect">
              <a:avLst/>
            </a:prstGeom>
          </p:spPr>
        </p:pic>
      </p:grp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59AD2E3D-3D46-169B-340C-D4B8515DBC68}"/>
              </a:ext>
            </a:extLst>
          </p:cNvPr>
          <p:cNvSpPr txBox="1"/>
          <p:nvPr/>
        </p:nvSpPr>
        <p:spPr>
          <a:xfrm>
            <a:off x="5177698" y="6080545"/>
            <a:ext cx="4453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dirty="0"/>
              <a:t>דוגמה למסלול אפשרי בכל פאזה</a:t>
            </a:r>
          </a:p>
        </p:txBody>
      </p:sp>
    </p:spTree>
    <p:extLst>
      <p:ext uri="{BB962C8B-B14F-4D97-AF65-F5344CB8AC3E}">
        <p14:creationId xmlns:p14="http://schemas.microsoft.com/office/powerpoint/2010/main" val="6120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7B264FA-5B2A-F69F-E130-EBF8CEEF3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קידוד מרחבי מוכר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C24F4F-FEFE-C5A4-798A-A89147CD53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5671" y="1886519"/>
            <a:ext cx="10700657" cy="1900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תאים פירמידליים הציגו שדות מקום יציבים בקופסה </a:t>
            </a:r>
            <a:r>
              <a:rPr lang="en-US" altLang="he-IL" dirty="0"/>
              <a:t>A</a:t>
            </a:r>
            <a:r>
              <a:rPr lang="he-IL" altLang="he-IL" dirty="0"/>
              <a:t>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ניתן היה לחזות את מיקום החולדה בדיוק של ~5 ס"מ ע"י וקטור הפעילות של התאים.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הגדלת מספר התאים וזמן האינטגרציה שיפרו את הדיוק.</a:t>
            </a:r>
          </a:p>
        </p:txBody>
      </p:sp>
    </p:spTree>
    <p:extLst>
      <p:ext uri="{BB962C8B-B14F-4D97-AF65-F5344CB8AC3E}">
        <p14:creationId xmlns:p14="http://schemas.microsoft.com/office/powerpoint/2010/main" val="279468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DC73E4C-0B8B-4D8F-9341-5C75AB7E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הסתגלות למרחב חדש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3735834-EBAE-4362-A810-70E60218B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קופסה </a:t>
            </a:r>
            <a:r>
              <a:rPr lang="en-US" dirty="0"/>
              <a:t>B</a:t>
            </a:r>
            <a:r>
              <a:rPr lang="he-IL" dirty="0"/>
              <a:t> </a:t>
            </a:r>
            <a:r>
              <a:rPr lang="en-US" dirty="0"/>
              <a:t>  </a:t>
            </a:r>
            <a:r>
              <a:rPr lang="he-IL" dirty="0"/>
              <a:t>הייתה מרחב חדש.</a:t>
            </a:r>
          </a:p>
          <a:p>
            <a:r>
              <a:rPr lang="he-IL" dirty="0"/>
              <a:t>בתחילה מספר קטן של תאים הפעילו שדות מקום בקופסה </a:t>
            </a:r>
            <a:r>
              <a:rPr lang="en-US" dirty="0"/>
              <a:t>B</a:t>
            </a:r>
            <a:r>
              <a:rPr lang="he-IL" dirty="0"/>
              <a:t>.</a:t>
            </a:r>
            <a:endParaRPr lang="en-US" dirty="0"/>
          </a:p>
          <a:p>
            <a:r>
              <a:rPr lang="he-IL" dirty="0"/>
              <a:t>תוך דקות, מספרם עלה ושדות המקום נעשו יציבים יותר.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F28B302-7F3F-4DB8-F096-E27A491B0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6576"/>
            <a:ext cx="4317448" cy="1965290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365F820F-52EF-7C5A-1E09-E3BEC3A92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86" y="5690021"/>
            <a:ext cx="4078248" cy="323181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22C34CF9-9B73-258E-D996-E4CCAF80548B}"/>
              </a:ext>
            </a:extLst>
          </p:cNvPr>
          <p:cNvSpPr txBox="1"/>
          <p:nvPr/>
        </p:nvSpPr>
        <p:spPr>
          <a:xfrm>
            <a:off x="619291" y="6081357"/>
            <a:ext cx="307886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הצגת השגיאה בחיזוי בכל פאזה בניסוי </a:t>
            </a:r>
          </a:p>
        </p:txBody>
      </p:sp>
    </p:spTree>
    <p:extLst>
      <p:ext uri="{BB962C8B-B14F-4D97-AF65-F5344CB8AC3E}">
        <p14:creationId xmlns:p14="http://schemas.microsoft.com/office/powerpoint/2010/main" val="3389023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5B3FD7-8B34-CF8B-FB15-FBA9892BF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שמירה על ייצוג קודם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84E31F3-BF45-DB7F-23D8-0DFB21192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9144" y="1916791"/>
            <a:ext cx="10214656" cy="151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למרות רכישת ייצוג חדש </a:t>
            </a:r>
            <a:r>
              <a:rPr lang="he-IL" altLang="he-IL" dirty="0">
                <a:latin typeface="Arial" panose="020B0604020202020204" pitchFamily="34" charset="0"/>
                <a:cs typeface="Arial" panose="020B0604020202020204" pitchFamily="34" charset="0"/>
              </a:rPr>
              <a:t>לקופסה </a:t>
            </a:r>
            <a:r>
              <a:rPr lang="en-US" altLang="he-IL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he-IL" alt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he-IL" altLang="he-IL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השדות בקופסה A </a:t>
            </a:r>
            <a:r>
              <a:rPr lang="he-IL" altLang="he-IL" dirty="0"/>
              <a:t>נותרו יציבים.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כאשר החולדה הייתה בקופסה </a:t>
            </a:r>
            <a:r>
              <a:rPr lang="en-US" altLang="he-IL" dirty="0"/>
              <a:t>B</a:t>
            </a:r>
            <a:r>
              <a:rPr lang="he-IL" altLang="he-IL" dirty="0"/>
              <a:t> שגיאות החיזוי היו גבוהות משמעותית.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e-IL" altLang="he-IL" dirty="0"/>
              <a:t>מצביע על הפרדה טובה בין קידוד עולמות שונים במוח.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77B6923-38BF-44C2-AD27-77F0711D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5103"/>
            <a:ext cx="4317448" cy="196529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BBBEB0D-E309-4318-8481-ACE593C3F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86" y="5688548"/>
            <a:ext cx="4078248" cy="323181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A9EC6231-9193-E3DE-0816-D64C6E1DE373}"/>
              </a:ext>
            </a:extLst>
          </p:cNvPr>
          <p:cNvSpPr txBox="1"/>
          <p:nvPr/>
        </p:nvSpPr>
        <p:spPr>
          <a:xfrm>
            <a:off x="619291" y="6079884"/>
            <a:ext cx="307886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/>
              <a:t>הצגת השגיאה בחיזוי בכל פאזה בניסוי </a:t>
            </a:r>
          </a:p>
        </p:txBody>
      </p:sp>
    </p:spTree>
    <p:extLst>
      <p:ext uri="{BB962C8B-B14F-4D97-AF65-F5344CB8AC3E}">
        <p14:creationId xmlns:p14="http://schemas.microsoft.com/office/powerpoint/2010/main" val="64102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698E705-B4F3-7C90-E90B-E9305B22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מסקנות מרכזיות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0ACBF5-1D00-EAC1-5B89-41EC2866D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7622" y="1808276"/>
            <a:ext cx="10386178" cy="151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he-IL" altLang="he-IL" dirty="0"/>
              <a:t>היפוקמפוס מקודד מיקום באמצעות פעילות מקבילית של אוכלוסיות תאים.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רכישת ייצוגים מרחביים חדשים מתרחשת במהירות.</a:t>
            </a:r>
          </a:p>
          <a:p>
            <a:pPr fontAlgn="base">
              <a:spcAft>
                <a:spcPct val="0"/>
              </a:spcAft>
            </a:pPr>
            <a:r>
              <a:rPr lang="he-IL" altLang="he-IL" dirty="0"/>
              <a:t>דינמיקה זו מתרחשת ללא פגיעה בייצוגים קודמים</a:t>
            </a:r>
            <a:r>
              <a:rPr kumimoji="0" lang="he-IL" altLang="he-I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85570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333</Words>
  <Application>Microsoft Office PowerPoint</Application>
  <PresentationFormat>מסך רחב</PresentationFormat>
  <Paragraphs>38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ערכת נושא Office</vt:lpstr>
      <vt:lpstr>מצגת של PowerPoint‏</vt:lpstr>
      <vt:lpstr>רקע</vt:lpstr>
      <vt:lpstr>הכנות לניסוי</vt:lpstr>
      <vt:lpstr>מהלך הניסוי</vt:lpstr>
      <vt:lpstr>קידוד מרחבי מוכר</vt:lpstr>
      <vt:lpstr>הסתגלות למרחב חדש</vt:lpstr>
      <vt:lpstr>שמירה על ייצוג קודם</vt:lpstr>
      <vt:lpstr>מסקנות מרכזיות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 Yaakov</dc:creator>
  <cp:lastModifiedBy>Adi Yaakov</cp:lastModifiedBy>
  <cp:revision>3</cp:revision>
  <dcterms:created xsi:type="dcterms:W3CDTF">2025-06-08T07:30:42Z</dcterms:created>
  <dcterms:modified xsi:type="dcterms:W3CDTF">2025-06-08T22:12:04Z</dcterms:modified>
</cp:coreProperties>
</file>